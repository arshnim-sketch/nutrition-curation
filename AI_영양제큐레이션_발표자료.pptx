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228600" cy="685800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0"/>
            <a:ext cx="109728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91672" y="457200"/>
            <a:ext cx="1097280" cy="109728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57432" y="1828800"/>
            <a:ext cx="731520" cy="73152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25912" y="2926080"/>
            <a:ext cx="365760" cy="39319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0972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AI 맞춤형
영양제 큐레이션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C800"/>
                </a:solidFill>
                <a:latin typeface="Arial"/>
              </a:rPr>
              <a:t>LLM + React 기반 개인 맞춤 임상 영양 큐레이션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Arial"/>
              </a:rPr>
              <a:t>07nutrition.vercel.app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332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Arial"/>
              </a:rPr>
              <a:t>프로젝트 개요 및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12064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800"/>
                </a:solidFill>
                <a:latin typeface="Arial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수많은 영양제, 정말 나에게 맞는가?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888888"/>
                </a:solidFill>
                <a:latin typeface="Arial"/>
              </a:rPr>
              <a:t>— 마케팅 위주의 단순 추천 (증상 1:1 매핑)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888888"/>
                </a:solidFill>
                <a:latin typeface="Arial"/>
              </a:rPr>
              <a:t>— 영양소 과다 복용 위험 분석 부재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888888"/>
                </a:solidFill>
                <a:latin typeface="Arial"/>
              </a:rPr>
              <a:t>— 성분 간 흡수 방해 종합 분석 부재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888888"/>
                </a:solidFill>
                <a:latin typeface="Arial"/>
              </a:rPr>
              <a:t>  (예: 칼슘 ↔ 철분, 아연 ↔ 구리)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737360"/>
            <a:ext cx="5852160" cy="43891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800"/>
                </a:solidFill>
                <a:latin typeface="Arial"/>
              </a:rPr>
              <a:t>해결책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AI 임상 영양 큐레이션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— 나이·성별·증상 기반 맞춤 추천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— KDRIs 기준 영양소 균형 자동 검증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— 성분 간 시너지/독성 상호작용 분석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— 복용 타이밍 가이드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800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왜 LLM이 필요한가?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54864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43891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복잡한 다중 추론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수십 가지 성분 합산 → KDRIs 대조 →
시너지/독성/타이밍 종합 판단
if-else 룰베이스로는 구현 불가능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438912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자연어 설명 생성
(XAI)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74320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"왜 이 조합이 이 사람에게 맞는가"
약사처럼 구체적이고 전문적인
자연어 설명 자동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438912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Arial"/>
              </a:rPr>
              <a:t>JSON 구조화
강제 출력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3566160" cy="3657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GPT-4o JSON Mode 활용
프론트엔드가 즉시 렌더링 가능한
예측 가능한 데이터 포맷 반환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4FD8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Arial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800"/>
                </a:solidFill>
                <a:latin typeface="Arial"/>
              </a:rPr>
              <a:t>🎨 UI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2743200" cy="36576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800"/>
                </a:solidFill>
                <a:latin typeface="Arial"/>
              </a:rPr>
              <a:t>React + Vite + TypeScript
Mobile-first 디자인
2-Step 큐레이션 마법사
실시간 체크박스 연동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743200" cy="43891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⚙️ AI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2316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GPT-4o (JSON Mode)
역할: 임상 영양사·약사
Rule-based Prompting
멀티비타민 → 개별 성분 분해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737360"/>
            <a:ext cx="27432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329"/>
                </a:solidFill>
                <a:latin typeface="Arial"/>
              </a:rPr>
              <a:t>🔄 Data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423160"/>
            <a:ext cx="2743200" cy="36576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3329"/>
                </a:solidFill>
                <a:latin typeface="Arial"/>
              </a:rPr>
              <a:t>Playwright 크롤링
193개 실제 제품 카탈로그
Google Sheets 실시간 로깅
Apps Script Webhook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737360"/>
            <a:ext cx="2194560" cy="438912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8745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Arial"/>
              </a:rPr>
              <a:t>☁️ 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23160"/>
            <a:ext cx="2194560" cy="3657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51460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GitHub
+
Vercel
(CI/CD 자동화)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332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Key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54864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94360" cy="59436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329"/>
                </a:solidFill>
                <a:latin typeface="Arial"/>
              </a:rPr>
              <a:t>2-Step 큐레이션 마법사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3566160" cy="36576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관심 건강 영역 선택 →
세부 증상 선택
인지 부하 최소화 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594360" cy="5943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7451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D8"/>
                </a:solidFill>
                <a:latin typeface="Arial"/>
              </a:rPr>
              <a:t>Interactive Nutrient 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514600"/>
            <a:ext cx="3566160" cy="3657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KDRIs 대비 영양소 막대 시각화
체크박스 OFF 시 해당 영양소
막대 실시간 감소 애니메이션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594360" cy="59436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87451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800"/>
                </a:solidFill>
                <a:latin typeface="Arial"/>
              </a:rPr>
              <a:t>Clinical Interactions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514600"/>
            <a:ext cx="3566160" cy="36576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6517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3가지 유형 자동 분류:
시너지(↑) / 주의(✕) /
복용 타이밍(◷)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Arial"/>
              </a:rPr>
              <a:t>한계점 및 향후 개선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0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28600" cy="128016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3329"/>
                </a:solidFill>
                <a:latin typeface="Arial"/>
              </a:rPr>
              <a:t>비용 &amp; 레이턴시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현재: LLM 매 호출마다 수 초 대기
→ 향후: 유사 증상 조합 결과를 Vector DB에 캐싱,
   즉시 리턴 아키텍처로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228600" cy="12801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D8"/>
                </a:solidFill>
                <a:latin typeface="Arial"/>
              </a:rPr>
              <a:t>보안 &amp; 백엔드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현재: 프론트 직접 API 호출 (키 노출 위험)
→ 향후: FastAPI/Node 백엔드 + LangChain/
   LangGraph 엔드포인트로 이전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22860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환각 관리
(Hallucination)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현재: DB 내 제품만 추천하도록 프롬프트 제어
+ 클라이언트 단 텍스트 매칭 검증
→ 향후: Fine-tuning 또는 Guard Rail 적용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6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28600" cy="6858000"/>
          </a:xfrm>
          <a:prstGeom prst="rect">
            <a:avLst/>
          </a:prstGeom>
          <a:solidFill>
            <a:srgbClr val="F5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109728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19456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657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C800"/>
                </a:solidFill>
                <a:latin typeface="Arial"/>
              </a:rPr>
              <a:t>07nutrition.vercel.app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Arial"/>
              </a:rPr>
              <a:t>github.com/arshnim-sketch/nutrition-curation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AI NUTRITION
CURATION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